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785FC4-F235-4D00-A968-0E035B4D2CCF}" v="14" dt="2026-06-08T15:43:37.6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Nikitha" userId="c9bca8b270492e35" providerId="LiveId" clId="{AABBDE1E-0FB9-4CB6-9955-FC440C73D552}"/>
    <pc:docChg chg="delSld modSld">
      <pc:chgData name="Sai Nikitha" userId="c9bca8b270492e35" providerId="LiveId" clId="{AABBDE1E-0FB9-4CB6-9955-FC440C73D552}" dt="2026-06-08T15:45:03.585" v="246" actId="47"/>
      <pc:docMkLst>
        <pc:docMk/>
      </pc:docMkLst>
      <pc:sldChg chg="modSp mod">
        <pc:chgData name="Sai Nikitha" userId="c9bca8b270492e35" providerId="LiveId" clId="{AABBDE1E-0FB9-4CB6-9955-FC440C73D552}" dt="2026-06-08T15:34:28.931" v="70" actId="404"/>
        <pc:sldMkLst>
          <pc:docMk/>
          <pc:sldMk cId="2677066207" sldId="257"/>
        </pc:sldMkLst>
        <pc:spChg chg="mod">
          <ac:chgData name="Sai Nikitha" userId="c9bca8b270492e35" providerId="LiveId" clId="{AABBDE1E-0FB9-4CB6-9955-FC440C73D552}" dt="2026-06-08T15:34:28.931" v="70" actId="404"/>
          <ac:spMkLst>
            <pc:docMk/>
            <pc:sldMk cId="2677066207" sldId="257"/>
            <ac:spMk id="2" creationId="{B0EC775B-CB96-5842-8FFA-881CA6B7B97F}"/>
          </ac:spMkLst>
        </pc:spChg>
      </pc:sldChg>
      <pc:sldChg chg="modSp mod">
        <pc:chgData name="Sai Nikitha" userId="c9bca8b270492e35" providerId="LiveId" clId="{AABBDE1E-0FB9-4CB6-9955-FC440C73D552}" dt="2026-06-08T15:36:01.815" v="90" actId="1076"/>
        <pc:sldMkLst>
          <pc:docMk/>
          <pc:sldMk cId="2340617416" sldId="258"/>
        </pc:sldMkLst>
        <pc:spChg chg="mod">
          <ac:chgData name="Sai Nikitha" userId="c9bca8b270492e35" providerId="LiveId" clId="{AABBDE1E-0FB9-4CB6-9955-FC440C73D552}" dt="2026-06-08T15:36:01.815" v="90" actId="1076"/>
          <ac:spMkLst>
            <pc:docMk/>
            <pc:sldMk cId="2340617416" sldId="258"/>
            <ac:spMk id="2" creationId="{2BDE7570-2998-0033-772C-BB353F9A09E0}"/>
          </ac:spMkLst>
        </pc:spChg>
      </pc:sldChg>
      <pc:sldChg chg="modSp mod">
        <pc:chgData name="Sai Nikitha" userId="c9bca8b270492e35" providerId="LiveId" clId="{AABBDE1E-0FB9-4CB6-9955-FC440C73D552}" dt="2026-06-08T15:37:46.956" v="116" actId="1076"/>
        <pc:sldMkLst>
          <pc:docMk/>
          <pc:sldMk cId="2444831021" sldId="259"/>
        </pc:sldMkLst>
        <pc:spChg chg="mod">
          <ac:chgData name="Sai Nikitha" userId="c9bca8b270492e35" providerId="LiveId" clId="{AABBDE1E-0FB9-4CB6-9955-FC440C73D552}" dt="2026-06-08T15:37:46.956" v="116" actId="1076"/>
          <ac:spMkLst>
            <pc:docMk/>
            <pc:sldMk cId="2444831021" sldId="259"/>
            <ac:spMk id="2" creationId="{F04EAFCE-0FA9-80F6-03A3-02692AF088C0}"/>
          </ac:spMkLst>
        </pc:spChg>
      </pc:sldChg>
      <pc:sldChg chg="modSp mod">
        <pc:chgData name="Sai Nikitha" userId="c9bca8b270492e35" providerId="LiveId" clId="{AABBDE1E-0FB9-4CB6-9955-FC440C73D552}" dt="2026-06-08T15:39:06.945" v="134" actId="1076"/>
        <pc:sldMkLst>
          <pc:docMk/>
          <pc:sldMk cId="2976190372" sldId="260"/>
        </pc:sldMkLst>
        <pc:spChg chg="mod">
          <ac:chgData name="Sai Nikitha" userId="c9bca8b270492e35" providerId="LiveId" clId="{AABBDE1E-0FB9-4CB6-9955-FC440C73D552}" dt="2026-06-08T15:39:06.945" v="134" actId="1076"/>
          <ac:spMkLst>
            <pc:docMk/>
            <pc:sldMk cId="2976190372" sldId="260"/>
            <ac:spMk id="2" creationId="{D6CF3015-1E9F-701B-F2F3-1A7FEF074407}"/>
          </ac:spMkLst>
        </pc:spChg>
      </pc:sldChg>
      <pc:sldChg chg="modSp mod">
        <pc:chgData name="Sai Nikitha" userId="c9bca8b270492e35" providerId="LiveId" clId="{AABBDE1E-0FB9-4CB6-9955-FC440C73D552}" dt="2026-06-08T15:40:43.606" v="155" actId="1076"/>
        <pc:sldMkLst>
          <pc:docMk/>
          <pc:sldMk cId="342930085" sldId="261"/>
        </pc:sldMkLst>
        <pc:spChg chg="mod">
          <ac:chgData name="Sai Nikitha" userId="c9bca8b270492e35" providerId="LiveId" clId="{AABBDE1E-0FB9-4CB6-9955-FC440C73D552}" dt="2026-06-08T15:40:43.606" v="155" actId="1076"/>
          <ac:spMkLst>
            <pc:docMk/>
            <pc:sldMk cId="342930085" sldId="261"/>
            <ac:spMk id="3" creationId="{B265A19F-8D24-67EE-EAB5-9052215CBEB1}"/>
          </ac:spMkLst>
        </pc:spChg>
      </pc:sldChg>
      <pc:sldChg chg="modSp mod">
        <pc:chgData name="Sai Nikitha" userId="c9bca8b270492e35" providerId="LiveId" clId="{AABBDE1E-0FB9-4CB6-9955-FC440C73D552}" dt="2026-06-08T15:43:14.883" v="198" actId="20577"/>
        <pc:sldMkLst>
          <pc:docMk/>
          <pc:sldMk cId="4070403976" sldId="262"/>
        </pc:sldMkLst>
        <pc:spChg chg="mod">
          <ac:chgData name="Sai Nikitha" userId="c9bca8b270492e35" providerId="LiveId" clId="{AABBDE1E-0FB9-4CB6-9955-FC440C73D552}" dt="2026-06-08T15:43:14.883" v="198" actId="20577"/>
          <ac:spMkLst>
            <pc:docMk/>
            <pc:sldMk cId="4070403976" sldId="262"/>
            <ac:spMk id="2" creationId="{A74E6913-C715-09BE-7438-9311C371B07D}"/>
          </ac:spMkLst>
        </pc:spChg>
      </pc:sldChg>
      <pc:sldChg chg="modSp mod">
        <pc:chgData name="Sai Nikitha" userId="c9bca8b270492e35" providerId="LiveId" clId="{AABBDE1E-0FB9-4CB6-9955-FC440C73D552}" dt="2026-06-08T15:44:49.328" v="242" actId="122"/>
        <pc:sldMkLst>
          <pc:docMk/>
          <pc:sldMk cId="1055660438" sldId="263"/>
        </pc:sldMkLst>
        <pc:spChg chg="mod">
          <ac:chgData name="Sai Nikitha" userId="c9bca8b270492e35" providerId="LiveId" clId="{AABBDE1E-0FB9-4CB6-9955-FC440C73D552}" dt="2026-06-08T15:44:49.328" v="242" actId="122"/>
          <ac:spMkLst>
            <pc:docMk/>
            <pc:sldMk cId="1055660438" sldId="263"/>
            <ac:spMk id="2" creationId="{AC6A525B-D6CD-799E-E6AA-0F7D61FA3B93}"/>
          </ac:spMkLst>
        </pc:spChg>
      </pc:sldChg>
      <pc:sldChg chg="del">
        <pc:chgData name="Sai Nikitha" userId="c9bca8b270492e35" providerId="LiveId" clId="{AABBDE1E-0FB9-4CB6-9955-FC440C73D552}" dt="2026-06-08T15:44:54.245" v="243" actId="47"/>
        <pc:sldMkLst>
          <pc:docMk/>
          <pc:sldMk cId="3979719745" sldId="264"/>
        </pc:sldMkLst>
      </pc:sldChg>
      <pc:sldChg chg="del">
        <pc:chgData name="Sai Nikitha" userId="c9bca8b270492e35" providerId="LiveId" clId="{AABBDE1E-0FB9-4CB6-9955-FC440C73D552}" dt="2026-06-08T15:44:57.971" v="244" actId="47"/>
        <pc:sldMkLst>
          <pc:docMk/>
          <pc:sldMk cId="3753186587" sldId="265"/>
        </pc:sldMkLst>
      </pc:sldChg>
      <pc:sldChg chg="del">
        <pc:chgData name="Sai Nikitha" userId="c9bca8b270492e35" providerId="LiveId" clId="{AABBDE1E-0FB9-4CB6-9955-FC440C73D552}" dt="2026-06-08T15:45:01.394" v="245" actId="47"/>
        <pc:sldMkLst>
          <pc:docMk/>
          <pc:sldMk cId="4255122284" sldId="266"/>
        </pc:sldMkLst>
      </pc:sldChg>
      <pc:sldChg chg="del">
        <pc:chgData name="Sai Nikitha" userId="c9bca8b270492e35" providerId="LiveId" clId="{AABBDE1E-0FB9-4CB6-9955-FC440C73D552}" dt="2026-06-08T15:45:03.585" v="246" actId="47"/>
        <pc:sldMkLst>
          <pc:docMk/>
          <pc:sldMk cId="1531814548" sldId="26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446F-2478-E530-E838-007310BCC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0F47A-6F20-9396-62A4-2E0349118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70E33-0AEE-9DEA-F4EB-15E3A895A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31D25-C63C-B366-679E-7CF495091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EF4BD4-CC3C-1A3A-CF4C-1887AF0B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324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5232B-AFC9-1356-3026-3554D6FE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DF251-850F-D8A7-BDAA-289DEF7AEE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9E3D-239B-01CA-11EB-4A3438B27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73123-B68D-1161-47C8-1CDB1C64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66173-FE15-F841-CEB0-8E90E7D8E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74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7E7EE-C705-B105-640F-A544FD048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6C728-9F9A-E395-65B1-37CC5C71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8D9A9-5774-8FA4-485D-84F8D0E66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FD5B-6484-BAF2-5E2F-5BF338873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F9679-5309-F2B4-96E5-B7ED7D1E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9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C2B7-703C-FA9E-8BBE-BFEFD57C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B6CB-767F-1A64-1B6F-5C976FF54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A1F95E-E3C3-ED28-BDB8-51A75F4C4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B3EA3-7BDE-3637-C8FF-1F8ED1AF7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10E094-CF03-C16E-6192-29AB283A4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4F07B-143E-F660-F5BC-3884196D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7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BAA0-E40F-0BCA-C812-AC830BB9F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F57BE-C1E4-51CD-7885-9257093DF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35B22-668C-23E3-6D65-3EA4DB1E5C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8B130-F455-409F-4204-3A57784A16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72172-E1DF-6035-34FD-B0380AD79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A08466-212A-32DC-BF4C-C67ABC5CF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184F88-9D21-7F23-7E81-62E5537DA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4A8AA-D56F-9FF5-9DFE-FE734D22E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4E3E-9F7D-CA17-4187-FE0823409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6269B2-B9EC-48C7-9645-9D32F839E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B962C4-4A38-E8EB-48FF-8CDA663CD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063A1-8F67-8A63-BFFE-0799E0F22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04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0AA469-2669-FB5A-0FD3-2DBB4B5B5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A49E9D-0043-D94A-52FA-7B57DF3E0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A5B46-6F87-998F-69B5-F0FE75B9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7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BF535-3874-A104-9469-3DD86DB6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E1E3-5405-FD91-71E6-DF7AE51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6E85E-47FA-38F1-494F-58B7EA88F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86A0D3-3369-1379-7BBA-62BA9A10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3CE83-65E0-58F2-035D-EC138021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55F02-F2B5-4F13-5A14-740563D31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393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C4CD0-4CEA-6216-DD03-524F85FE5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B19A68-FD41-6E38-09EA-7B9ABC2A9A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9594A-3672-21A8-E11E-5C32060283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854336-63B2-7E51-3744-AEC8C99BC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531B4-056E-D943-5B3E-C66B1C5B2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61F3D2-DBD2-8D49-C247-8EA533927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5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22E60-E400-5BC4-4311-B68E2609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2C8AF-4D24-5028-57B4-CBA0A7A40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8B1FF-00E9-13B5-22DD-1914BC3C4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177FC-C0CC-007B-043A-61E7EB98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CF1BD3-EAAE-1563-398C-4074E48B9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71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71AEE9-0A86-2F41-697E-659269AF0F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28B18-42CC-9F53-7F08-4574723C64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3128D7-F4FB-7F8F-355C-76480003C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E105B-1D5B-63EA-9112-929A2A7F8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D2CB-BC5E-A3DE-41DA-7FC2FEA8E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351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7BA9E-1016-198F-2A5A-2C321044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A41A51-FE99-043F-57D8-82605A12B4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EE1F-7757-FBFD-E44C-38C71D2C9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0A69EA-BCAD-45CF-A2A8-AD306D85C5AE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CB4FA-F71B-C065-7B43-C1143D7A1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8DE0-B9AE-8C98-67C4-1D902ED6B4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1A341-9AED-4AAE-917F-A9B08B772E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31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EC775B-CB96-5842-8FFA-881CA6B7B97F}"/>
              </a:ext>
            </a:extLst>
          </p:cNvPr>
          <p:cNvSpPr txBox="1"/>
          <p:nvPr/>
        </p:nvSpPr>
        <p:spPr>
          <a:xfrm>
            <a:off x="0" y="97971"/>
            <a:ext cx="12191999" cy="91101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Title</a:t>
            </a:r>
          </a:p>
          <a:p>
            <a:pPr algn="ctr"/>
            <a:r>
              <a:rPr lang="en-US" sz="2800" b="1" dirty="0"/>
              <a:t>AI Assistant Development Project Using Prompt Engineering</a:t>
            </a:r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r>
              <a:rPr lang="en-US" sz="2400" b="1" dirty="0"/>
              <a:t>Submitted By:</a:t>
            </a:r>
            <a:endParaRPr lang="en-US" sz="2400" dirty="0"/>
          </a:p>
          <a:p>
            <a:r>
              <a:rPr lang="en-US" sz="2400" dirty="0"/>
              <a:t>V Sai Nikitha</a:t>
            </a:r>
          </a:p>
          <a:p>
            <a:endParaRPr lang="en-US" sz="2800" dirty="0"/>
          </a:p>
          <a:p>
            <a:r>
              <a:rPr lang="en-US" sz="2400" b="1" dirty="0"/>
              <a:t>GitHub Repository:</a:t>
            </a:r>
          </a:p>
          <a:p>
            <a:r>
              <a:rPr lang="en-US" sz="2400" dirty="0"/>
              <a:t>https://github.com/sainikitha7676/AI_ASSISTANT_PROJECT</a:t>
            </a:r>
          </a:p>
          <a:p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pPr algn="ctr"/>
            <a:endParaRPr lang="en-US" sz="2800" b="1" dirty="0"/>
          </a:p>
          <a:p>
            <a:endParaRPr lang="en-US" sz="2800" b="1" dirty="0"/>
          </a:p>
          <a:p>
            <a:endParaRPr lang="en-US" sz="2400" b="1" dirty="0"/>
          </a:p>
          <a:p>
            <a:endParaRPr lang="en-US" sz="2400" dirty="0"/>
          </a:p>
          <a:p>
            <a:endParaRPr lang="en-US" sz="1600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066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DE7570-2998-0033-772C-BB353F9A09E0}"/>
              </a:ext>
            </a:extLst>
          </p:cNvPr>
          <p:cNvSpPr txBox="1"/>
          <p:nvPr/>
        </p:nvSpPr>
        <p:spPr>
          <a:xfrm>
            <a:off x="0" y="522514"/>
            <a:ext cx="12192000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Project Overview</a:t>
            </a:r>
          </a:p>
          <a:p>
            <a:r>
              <a:rPr lang="en-US" sz="2400" b="1" dirty="0"/>
              <a:t>Introduction</a:t>
            </a:r>
          </a:p>
          <a:p>
            <a:r>
              <a:rPr lang="en-US" sz="2000" dirty="0"/>
              <a:t>Artificial Intelligence Assistants help users perform various tasks through natural language interaction.</a:t>
            </a:r>
          </a:p>
          <a:p>
            <a:r>
              <a:rPr lang="en-US" sz="2000" dirty="0"/>
              <a:t>This project demonstrates the development of a simple AI Assistant capable of: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Answering Questions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Summarizing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Generating Creative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800" b="1" dirty="0"/>
              <a:t>Project Objectives</a:t>
            </a:r>
          </a:p>
          <a:p>
            <a:r>
              <a:rPr lang="en-US" sz="2400" b="1" dirty="0"/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Develop a basic AI Assistant.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Design effective prompts for different tasks.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Create an interactive user interface.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Implement a feedback mechanism.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Demonstrate prompt engineering concepts.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40617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4EAFCE-0FA9-80F6-03A3-02692AF088C0}"/>
              </a:ext>
            </a:extLst>
          </p:cNvPr>
          <p:cNvSpPr txBox="1"/>
          <p:nvPr/>
        </p:nvSpPr>
        <p:spPr>
          <a:xfrm>
            <a:off x="1" y="631371"/>
            <a:ext cx="12191999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Technologies Used</a:t>
            </a:r>
          </a:p>
          <a:p>
            <a:r>
              <a:rPr lang="en-US" sz="2400" b="1" dirty="0"/>
              <a:t>Tools and Technologies</a:t>
            </a:r>
          </a:p>
          <a:p>
            <a:r>
              <a:rPr lang="en-US" sz="2000" b="1" dirty="0"/>
              <a:t>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Visual Studio Code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</a:t>
            </a:r>
          </a:p>
          <a:p>
            <a:r>
              <a:rPr lang="en-US" sz="2000" dirty="0"/>
              <a:t> </a:t>
            </a:r>
          </a:p>
          <a:p>
            <a:r>
              <a:rPr lang="en-US" sz="2000" b="1" dirty="0"/>
              <a:t>Libraries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OpenAI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Flask (Optional) </a:t>
            </a:r>
          </a:p>
          <a:p>
            <a:endParaRPr lang="en-US" sz="2000" dirty="0"/>
          </a:p>
          <a:p>
            <a:r>
              <a:rPr lang="en-US" sz="2000" b="1" dirty="0"/>
              <a:t>Version Control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GitHub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3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CF3015-1E9F-701B-F2F3-1A7FEF074407}"/>
              </a:ext>
            </a:extLst>
          </p:cNvPr>
          <p:cNvSpPr txBox="1"/>
          <p:nvPr/>
        </p:nvSpPr>
        <p:spPr>
          <a:xfrm>
            <a:off x="0" y="500743"/>
            <a:ext cx="119416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System Architecture</a:t>
            </a:r>
          </a:p>
          <a:p>
            <a:r>
              <a:rPr lang="en-US" sz="2400" b="1" dirty="0"/>
              <a:t>Working Flow</a:t>
            </a:r>
          </a:p>
          <a:p>
            <a:r>
              <a:rPr lang="en-US" sz="2000" dirty="0"/>
              <a:t>User Input</a:t>
            </a:r>
            <a:br>
              <a:rPr lang="en-US" sz="2000" dirty="0"/>
            </a:br>
            <a:r>
              <a:rPr lang="en-US" sz="2000" dirty="0"/>
              <a:t>     ↓</a:t>
            </a:r>
            <a:br>
              <a:rPr lang="en-US" sz="2000" dirty="0"/>
            </a:br>
            <a:r>
              <a:rPr lang="en-US" sz="2000" dirty="0"/>
              <a:t>AI Assistant</a:t>
            </a:r>
            <a:br>
              <a:rPr lang="en-US" sz="2000" dirty="0"/>
            </a:br>
            <a:r>
              <a:rPr lang="en-US" sz="2000" dirty="0"/>
              <a:t>     ↓</a:t>
            </a:r>
            <a:br>
              <a:rPr lang="en-US" sz="2000" dirty="0"/>
            </a:br>
            <a:r>
              <a:rPr lang="en-US" sz="2000" dirty="0"/>
              <a:t>Selected Function</a:t>
            </a:r>
            <a:br>
              <a:rPr lang="en-US" sz="2000" dirty="0"/>
            </a:br>
            <a:r>
              <a:rPr lang="en-US" sz="2000" dirty="0"/>
              <a:t>     ↓</a:t>
            </a:r>
            <a:br>
              <a:rPr lang="en-US" sz="2000" dirty="0"/>
            </a:br>
            <a:r>
              <a:rPr lang="en-US" sz="2000" dirty="0"/>
              <a:t>Generated Response</a:t>
            </a:r>
            <a:br>
              <a:rPr lang="en-US" sz="2000" dirty="0"/>
            </a:br>
            <a:r>
              <a:rPr lang="en-US" sz="2000" dirty="0"/>
              <a:t>     ↓</a:t>
            </a:r>
            <a:br>
              <a:rPr lang="en-US" sz="2000" dirty="0"/>
            </a:br>
            <a:r>
              <a:rPr lang="en-US" sz="2000" dirty="0"/>
              <a:t>User Feedback</a:t>
            </a:r>
          </a:p>
          <a:p>
            <a:endParaRPr lang="en-US" sz="2000" dirty="0"/>
          </a:p>
          <a:p>
            <a:r>
              <a:rPr lang="en-US" sz="2400" b="1" dirty="0"/>
              <a:t>Functions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Answer Questions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Summarize Text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Generate Creative Content</a:t>
            </a:r>
          </a:p>
        </p:txBody>
      </p:sp>
    </p:spTree>
    <p:extLst>
      <p:ext uri="{BB962C8B-B14F-4D97-AF65-F5344CB8AC3E}">
        <p14:creationId xmlns:p14="http://schemas.microsoft.com/office/powerpoint/2010/main" val="2976190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65A19F-8D24-67EE-EAB5-9052215CBEB1}"/>
              </a:ext>
            </a:extLst>
          </p:cNvPr>
          <p:cNvSpPr txBox="1"/>
          <p:nvPr/>
        </p:nvSpPr>
        <p:spPr>
          <a:xfrm>
            <a:off x="38100" y="402771"/>
            <a:ext cx="12115799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Prompt Design</a:t>
            </a:r>
          </a:p>
          <a:p>
            <a:r>
              <a:rPr lang="en-US" sz="2400" b="1" dirty="0"/>
              <a:t>Question Answering Prompts</a:t>
            </a:r>
          </a:p>
          <a:p>
            <a:r>
              <a:rPr lang="en-US" sz="2000" dirty="0"/>
              <a:t>What is the capital of France? </a:t>
            </a:r>
          </a:p>
          <a:p>
            <a:r>
              <a:rPr lang="en-US" sz="2000" dirty="0"/>
              <a:t>Explain the significance of the Eiffel Tower. </a:t>
            </a:r>
          </a:p>
          <a:p>
            <a:r>
              <a:rPr lang="en-US" sz="2000" dirty="0"/>
              <a:t>Tell me three facts about Paris. </a:t>
            </a:r>
          </a:p>
          <a:p>
            <a:r>
              <a:rPr lang="en-US" sz="2000" b="1" dirty="0"/>
              <a:t>Purpose</a:t>
            </a:r>
          </a:p>
          <a:p>
            <a:r>
              <a:rPr lang="en-US" sz="2000" dirty="0"/>
              <a:t>Generate informative and accurate responses.</a:t>
            </a:r>
          </a:p>
          <a:p>
            <a:endParaRPr lang="en-US" sz="2000" dirty="0"/>
          </a:p>
          <a:p>
            <a:r>
              <a:rPr lang="en-US" sz="2800" b="1" dirty="0"/>
              <a:t>Prompt Design</a:t>
            </a:r>
          </a:p>
          <a:p>
            <a:r>
              <a:rPr lang="en-US" sz="2400" b="1" dirty="0"/>
              <a:t>Text Summarization Prompts</a:t>
            </a:r>
          </a:p>
          <a:p>
            <a:r>
              <a:rPr lang="en-US" sz="2000" dirty="0"/>
              <a:t>Summarize the following text. </a:t>
            </a:r>
          </a:p>
          <a:p>
            <a:r>
              <a:rPr lang="en-US" sz="2000" dirty="0"/>
              <a:t>Provide a brief overview of this article. </a:t>
            </a:r>
          </a:p>
          <a:p>
            <a:r>
              <a:rPr lang="en-US" sz="2000" dirty="0"/>
              <a:t>List the main points of this document. </a:t>
            </a:r>
          </a:p>
          <a:p>
            <a:r>
              <a:rPr lang="en-US" sz="2000" b="1" dirty="0"/>
              <a:t>Purpose</a:t>
            </a:r>
          </a:p>
          <a:p>
            <a:r>
              <a:rPr lang="en-US" sz="2000" dirty="0"/>
              <a:t>Extract important information from large text.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930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4E6913-C715-09BE-7438-9311C371B07D}"/>
              </a:ext>
            </a:extLst>
          </p:cNvPr>
          <p:cNvSpPr txBox="1"/>
          <p:nvPr/>
        </p:nvSpPr>
        <p:spPr>
          <a:xfrm>
            <a:off x="1" y="0"/>
            <a:ext cx="12191999" cy="7232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Prompt Design</a:t>
            </a:r>
          </a:p>
          <a:p>
            <a:r>
              <a:rPr lang="en-US" sz="2400" b="1" dirty="0"/>
              <a:t>Creative Content Generation Prompts</a:t>
            </a:r>
          </a:p>
          <a:p>
            <a:r>
              <a:rPr lang="en-US" sz="2000" dirty="0"/>
              <a:t>Write a short story about a dragon. </a:t>
            </a:r>
          </a:p>
          <a:p>
            <a:r>
              <a:rPr lang="en-US" sz="2000" dirty="0"/>
              <a:t>Create a poem about nature. </a:t>
            </a:r>
          </a:p>
          <a:p>
            <a:r>
              <a:rPr lang="en-US" sz="2000" dirty="0"/>
              <a:t>Generate an idea for a science fiction novel. </a:t>
            </a:r>
          </a:p>
          <a:p>
            <a:r>
              <a:rPr lang="en-US" sz="2000" b="1" dirty="0"/>
              <a:t>Purpose</a:t>
            </a:r>
          </a:p>
          <a:p>
            <a:r>
              <a:rPr lang="en-US" sz="2000" dirty="0"/>
              <a:t>Encourage creativity and content generation.</a:t>
            </a:r>
          </a:p>
          <a:p>
            <a:endParaRPr lang="en-US" sz="2000" dirty="0"/>
          </a:p>
          <a:p>
            <a:r>
              <a:rPr lang="en-US" sz="2800" b="1" dirty="0"/>
              <a:t>Features and Results</a:t>
            </a:r>
          </a:p>
          <a:p>
            <a:r>
              <a:rPr lang="en-US" sz="2400" b="1" dirty="0"/>
              <a:t>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Answer Questions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Summarize Text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 Creative Content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Feedback Collection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User-Friendly Interface</a:t>
            </a:r>
          </a:p>
          <a:p>
            <a:r>
              <a:rPr lang="en-US" sz="2000" b="1" dirty="0"/>
              <a:t>Sample Output:</a:t>
            </a:r>
          </a:p>
          <a:p>
            <a:r>
              <a:rPr lang="en-US" sz="2000" dirty="0"/>
              <a:t>===== AI Assistant =====</a:t>
            </a:r>
            <a:br>
              <a:rPr lang="en-US" sz="2000" dirty="0"/>
            </a:br>
            <a:r>
              <a:rPr lang="en-US" sz="2000" dirty="0"/>
              <a:t>1. Answer Questions</a:t>
            </a:r>
            <a:br>
              <a:rPr lang="en-US" sz="2000" dirty="0"/>
            </a:br>
            <a:r>
              <a:rPr lang="en-US" sz="2000" dirty="0"/>
              <a:t>2. Summarize Text</a:t>
            </a:r>
            <a:br>
              <a:rPr lang="en-US" sz="2000" dirty="0"/>
            </a:br>
            <a:r>
              <a:rPr lang="en-US" sz="2000" dirty="0"/>
              <a:t>3. Generate Creative Content</a:t>
            </a:r>
            <a:br>
              <a:rPr lang="en-US" sz="2000" dirty="0"/>
            </a:br>
            <a:r>
              <a:rPr lang="en-US" sz="2000" dirty="0"/>
              <a:t>4. Exit</a:t>
            </a:r>
            <a:endParaRPr lang="en-US" sz="2000" b="1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704039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6A525B-D6CD-799E-E6AA-0F7D61FA3B93}"/>
              </a:ext>
            </a:extLst>
          </p:cNvPr>
          <p:cNvSpPr txBox="1"/>
          <p:nvPr/>
        </p:nvSpPr>
        <p:spPr>
          <a:xfrm>
            <a:off x="0" y="206828"/>
            <a:ext cx="121920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Conclusion &amp; Future Scope</a:t>
            </a:r>
          </a:p>
          <a:p>
            <a:r>
              <a:rPr lang="en-US" sz="2400" b="1" dirty="0"/>
              <a:t>Conclusion</a:t>
            </a:r>
          </a:p>
          <a:p>
            <a:r>
              <a:rPr lang="en-US" sz="2000" dirty="0"/>
              <a:t>The AI Assistant successfully performs multiple tasks using prompt engineering techniques.</a:t>
            </a:r>
          </a:p>
          <a:p>
            <a:endParaRPr lang="en-US" sz="2000" dirty="0"/>
          </a:p>
          <a:p>
            <a:r>
              <a:rPr lang="en-US" sz="2400" b="1" dirty="0"/>
              <a:t>Future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Voice Interaction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Web-based Interface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Advanced AI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Multi-language Support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Improved Summarization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algn="ctr"/>
            <a:endParaRPr lang="en-US" sz="2800" dirty="0"/>
          </a:p>
          <a:p>
            <a:pPr algn="ctr"/>
            <a:r>
              <a:rPr lang="en-US" sz="2800" dirty="0"/>
              <a:t>THANK YOU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66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336</Words>
  <Application>Microsoft Office PowerPoint</Application>
  <PresentationFormat>Widescreen</PresentationFormat>
  <Paragraphs>108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Nikitha</dc:creator>
  <cp:lastModifiedBy>Sai Nikitha</cp:lastModifiedBy>
  <cp:revision>1</cp:revision>
  <dcterms:created xsi:type="dcterms:W3CDTF">2026-06-07T10:57:47Z</dcterms:created>
  <dcterms:modified xsi:type="dcterms:W3CDTF">2026-06-08T15:45:04Z</dcterms:modified>
</cp:coreProperties>
</file>